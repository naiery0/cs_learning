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34" autoAdjust="0"/>
    <p:restoredTop sz="94660"/>
  </p:normalViewPr>
  <p:slideViewPr>
    <p:cSldViewPr snapToGrid="0">
      <p:cViewPr varScale="1">
        <p:scale>
          <a:sx n="87" d="100"/>
          <a:sy n="87" d="100"/>
        </p:scale>
        <p:origin x="32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094B6A-7938-1E09-4D51-C475B14635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261F7EE-0792-6438-68CB-8C7CE2C92C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1C11FB-7809-D852-D7A2-776485B7D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4330A-FFB8-440B-B937-C4FA73F94959}" type="datetimeFigureOut">
              <a:rPr lang="ko-KR" altLang="en-US" smtClean="0"/>
              <a:t>2025-11-16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A17B3A-4850-4040-78B4-D724152FC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36A3C2-D4CA-EFA1-6D9E-183549691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0F400-B25C-4D07-8F06-7ABA6BAA09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3379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155908-AB99-90C4-21FD-B17542F7A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F553D0-77F7-8CC8-710D-4533D8FDA9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745DB2-8B8D-367F-9212-48E68D2AD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4330A-FFB8-440B-B937-C4FA73F94959}" type="datetimeFigureOut">
              <a:rPr lang="ko-KR" altLang="en-US" smtClean="0"/>
              <a:t>2025-11-16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CF3081-9800-316A-CEC0-6182160E9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6AFCDE-2EAE-70D1-6AEA-68008787D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0F400-B25C-4D07-8F06-7ABA6BAA09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3764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C06716-212A-3FE4-33F3-D19DA9C39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60FC56A-1320-FA4D-1428-20764A6B0A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452C9E-C341-A899-A07D-6914E5DD3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4330A-FFB8-440B-B937-C4FA73F94959}" type="datetimeFigureOut">
              <a:rPr lang="ko-KR" altLang="en-US" smtClean="0"/>
              <a:t>2025-11-16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22DC99-09AB-503F-8D95-9B2AFBAD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B42A90-46A6-40AC-B830-1A5D5EA51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0F400-B25C-4D07-8F06-7ABA6BAA09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174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717EB0-C225-4BD8-4653-98A36A86B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009864-7D21-2698-2C2B-2F6444C147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69ADA1A-77CE-E9B9-D811-5B6293E7E9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665F7C0-AF3F-6F32-77C8-B35967CE0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4330A-FFB8-440B-B937-C4FA73F94959}" type="datetimeFigureOut">
              <a:rPr lang="ko-KR" altLang="en-US" smtClean="0"/>
              <a:t>2025-11-16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D0C8CD-5337-FBEA-CCD3-0868AC205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37DF505-2346-E5AA-7FEE-D663074D0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0F400-B25C-4D07-8F06-7ABA6BAA09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9701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7117E4-6E7C-8034-247F-C1B23922F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E0583E3-3B49-1926-15EC-54B063A6BF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23B59C7-7517-C317-482F-9CFD7DE608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1297FB1-0A43-7109-818F-CD1C683466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0AB2930-E1AE-2066-03AA-8E01785644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846B486-124C-0881-E711-E862EF2AE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4330A-FFB8-440B-B937-C4FA73F94959}" type="datetimeFigureOut">
              <a:rPr lang="ko-KR" altLang="en-US" smtClean="0"/>
              <a:t>2025-11-16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E536EFC-9AFC-8892-BD04-63C537C14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DF8B6F8-3BC8-213D-1F8C-711D29F0F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0F400-B25C-4D07-8F06-7ABA6BAA09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771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8F6B79-D8E2-CDBF-03E7-2CB453DF7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504EB09-6163-C608-FD46-8F89C7A30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4330A-FFB8-440B-B937-C4FA73F94959}" type="datetimeFigureOut">
              <a:rPr lang="ko-KR" altLang="en-US" smtClean="0"/>
              <a:t>2025-11-16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FD0B8F2-C1CE-DCAA-85EF-DBE6000A4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F16BD57-26C6-D7DF-E072-201C8C0D1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0F400-B25C-4D07-8F06-7ABA6BAA09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9571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63B769A-FE84-AD32-E4E5-E7B91D9F9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4330A-FFB8-440B-B937-C4FA73F94959}" type="datetimeFigureOut">
              <a:rPr lang="ko-KR" altLang="en-US" smtClean="0"/>
              <a:t>2025-11-16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DD9BAF6-8CE4-4ADC-6D7B-19DC201B1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06FC20-6016-72DF-9D41-74439E20D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0F400-B25C-4D07-8F06-7ABA6BAA09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7577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694ED2-A771-F20F-FA20-CD4634FF6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C7D5FA-E4AB-AD7B-C2B0-BC47DF2191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087D501-5BE6-5473-97D2-46BB93F4E3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27F6326-3059-27B8-F6A5-82A01AF48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4330A-FFB8-440B-B937-C4FA73F94959}" type="datetimeFigureOut">
              <a:rPr lang="ko-KR" altLang="en-US" smtClean="0"/>
              <a:t>2025-11-16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8100A36-70FF-9BAD-0798-12ADE67ED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7D8107A-9286-6B94-B6A6-D7A06118A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0F400-B25C-4D07-8F06-7ABA6BAA09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664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9D5506-0029-35CF-26FA-A01C4E13E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C978134-FA96-0365-920B-8097782F24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A0E0C65-8659-4A16-CAB4-784CABEBA6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00104E1-FECE-6B74-2F8B-6426B1007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4330A-FFB8-440B-B937-C4FA73F94959}" type="datetimeFigureOut">
              <a:rPr lang="ko-KR" altLang="en-US" smtClean="0"/>
              <a:t>2025-11-16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E669DDB-C9F4-4AE5-8873-30BFB47E2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FC74BF6-84AE-A9BB-3167-3A3FA5F88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0F400-B25C-4D07-8F06-7ABA6BAA09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2612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26978D-392A-CAE7-600C-F4EB5F2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4AC9D3A-B62D-EE67-7D34-2E1058715C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AAD78E-D78D-CCED-165B-EC9405C7B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4330A-FFB8-440B-B937-C4FA73F94959}" type="datetimeFigureOut">
              <a:rPr lang="ko-KR" altLang="en-US" smtClean="0"/>
              <a:t>2025-11-16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0A0075-94E1-A084-0859-4DD64824E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09E1E5-16CE-4D75-49E7-21C29B038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0F400-B25C-4D07-8F06-7ABA6BAA09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2999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0C5B4EA-1F22-414C-B796-F92E965FD2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FA37AE3-5145-AFB8-75F9-F3E7A60C80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7007BB-CC35-2A42-BC32-EE420A374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4330A-FFB8-440B-B937-C4FA73F94959}" type="datetimeFigureOut">
              <a:rPr lang="ko-KR" altLang="en-US" smtClean="0"/>
              <a:t>2025-11-16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4D439AF-7D16-46B3-6B2F-0BF4B5C35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70E521-7944-CC21-1D78-8A7FFA5AF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0F400-B25C-4D07-8F06-7ABA6BAA09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8511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97C0DEE-4BA3-F209-0868-A6EEBF9B9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640523B-1B73-2590-B6EA-F40186BFC2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DFFE1E-50D8-B3CA-A750-F71B86CEB7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34330A-FFB8-440B-B937-C4FA73F94959}" type="datetimeFigureOut">
              <a:rPr lang="ko-KR" altLang="en-US" smtClean="0"/>
              <a:t>2025-11-16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339A49-577C-D80A-88BE-FDB095CC80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CA01B3-8C04-9270-F3FB-3B5B37EE34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A0F400-B25C-4D07-8F06-7ABA6BAA09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0496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71287AF-356E-5D33-0896-DD8C423247C6}"/>
              </a:ext>
            </a:extLst>
          </p:cNvPr>
          <p:cNvSpPr/>
          <p:nvPr/>
        </p:nvSpPr>
        <p:spPr>
          <a:xfrm>
            <a:off x="3216997" y="915039"/>
            <a:ext cx="4490225" cy="52289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BB8504C-2BCA-CDD3-CD96-02E674BE4D1A}"/>
              </a:ext>
            </a:extLst>
          </p:cNvPr>
          <p:cNvSpPr/>
          <p:nvPr/>
        </p:nvSpPr>
        <p:spPr>
          <a:xfrm>
            <a:off x="3228631" y="915039"/>
            <a:ext cx="4478592" cy="26977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E16C56-857A-8895-D337-B9D8C4C52836}"/>
              </a:ext>
            </a:extLst>
          </p:cNvPr>
          <p:cNvSpPr txBox="1"/>
          <p:nvPr/>
        </p:nvSpPr>
        <p:spPr>
          <a:xfrm>
            <a:off x="5932627" y="217670"/>
            <a:ext cx="2871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창 내리기</a:t>
            </a:r>
            <a:r>
              <a:rPr lang="en-US" altLang="ko-KR" dirty="0"/>
              <a:t>, </a:t>
            </a:r>
            <a:r>
              <a:rPr lang="ko-KR" altLang="en-US" dirty="0"/>
              <a:t>종료만 활성화 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7A444B0E-5CCE-7DA5-DCBA-8845A344AD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1529" y="915039"/>
            <a:ext cx="1024061" cy="26977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64AE39E-0151-C5DF-0B51-2AF4825AB201}"/>
              </a:ext>
            </a:extLst>
          </p:cNvPr>
          <p:cNvSpPr txBox="1"/>
          <p:nvPr/>
        </p:nvSpPr>
        <p:spPr>
          <a:xfrm>
            <a:off x="4331161" y="1609344"/>
            <a:ext cx="3145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대충 사진이나 이름</a:t>
            </a:r>
            <a:endParaRPr lang="ko-KR" altLang="en-US" dirty="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05823EE9-CDBF-CE36-34C0-97D3C516E379}"/>
              </a:ext>
            </a:extLst>
          </p:cNvPr>
          <p:cNvSpPr/>
          <p:nvPr/>
        </p:nvSpPr>
        <p:spPr>
          <a:xfrm>
            <a:off x="3889341" y="3063211"/>
            <a:ext cx="3145536" cy="36933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음감 테스트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05578B42-4069-9CBD-0D30-C0794403A82D}"/>
              </a:ext>
            </a:extLst>
          </p:cNvPr>
          <p:cNvSpPr/>
          <p:nvPr/>
        </p:nvSpPr>
        <p:spPr>
          <a:xfrm>
            <a:off x="3889341" y="3623182"/>
            <a:ext cx="3145536" cy="36933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음감 랭킹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7C749CD-CB34-5FCE-7658-A198E683A501}"/>
              </a:ext>
            </a:extLst>
          </p:cNvPr>
          <p:cNvSpPr/>
          <p:nvPr/>
        </p:nvSpPr>
        <p:spPr>
          <a:xfrm>
            <a:off x="3889341" y="4178446"/>
            <a:ext cx="3145536" cy="36933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연주하기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8E43A400-635E-D80E-BA65-7541B7E0E09C}"/>
              </a:ext>
            </a:extLst>
          </p:cNvPr>
          <p:cNvSpPr/>
          <p:nvPr/>
        </p:nvSpPr>
        <p:spPr>
          <a:xfrm>
            <a:off x="3889341" y="4733710"/>
            <a:ext cx="3145536" cy="36933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음원 만들기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6E4E8BA8-ECB0-FEC6-6CA8-60B69E2E5FA7}"/>
              </a:ext>
            </a:extLst>
          </p:cNvPr>
          <p:cNvSpPr/>
          <p:nvPr/>
        </p:nvSpPr>
        <p:spPr>
          <a:xfrm>
            <a:off x="3889341" y="5288974"/>
            <a:ext cx="3145536" cy="36933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음원 재생하기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2FE8F44-3F4D-74A2-A540-C92B082EE355}"/>
              </a:ext>
            </a:extLst>
          </p:cNvPr>
          <p:cNvSpPr txBox="1"/>
          <p:nvPr/>
        </p:nvSpPr>
        <p:spPr>
          <a:xfrm flipH="1">
            <a:off x="3228631" y="843083"/>
            <a:ext cx="2553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mainview</a:t>
            </a:r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407C50F-4BF9-5E5C-F300-4095BB48DC8A}"/>
              </a:ext>
            </a:extLst>
          </p:cNvPr>
          <p:cNvSpPr txBox="1"/>
          <p:nvPr/>
        </p:nvSpPr>
        <p:spPr>
          <a:xfrm flipH="1">
            <a:off x="3333947" y="4143734"/>
            <a:ext cx="2553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playView</a:t>
            </a:r>
            <a:endParaRPr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866AEA2-F861-1206-6E8B-06EE023DC711}"/>
              </a:ext>
            </a:extLst>
          </p:cNvPr>
          <p:cNvSpPr txBox="1"/>
          <p:nvPr/>
        </p:nvSpPr>
        <p:spPr>
          <a:xfrm flipH="1">
            <a:off x="3333948" y="3605826"/>
            <a:ext cx="2553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rankView</a:t>
            </a:r>
            <a:endParaRPr lang="ko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A489FB5-7FF2-1346-BE02-54E5ED243AA2}"/>
              </a:ext>
            </a:extLst>
          </p:cNvPr>
          <p:cNvSpPr txBox="1"/>
          <p:nvPr/>
        </p:nvSpPr>
        <p:spPr>
          <a:xfrm flipH="1">
            <a:off x="3228630" y="3040871"/>
            <a:ext cx="2553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gameView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FBD8377-434D-FAF5-DBE0-A3B7764CD942}"/>
              </a:ext>
            </a:extLst>
          </p:cNvPr>
          <p:cNvSpPr txBox="1"/>
          <p:nvPr/>
        </p:nvSpPr>
        <p:spPr>
          <a:xfrm flipH="1">
            <a:off x="3379622" y="4755624"/>
            <a:ext cx="2553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recodeView</a:t>
            </a:r>
            <a:endParaRPr lang="ko-KR" alt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C016E5F-1BAF-26D8-89A7-12B84AABCADF}"/>
              </a:ext>
            </a:extLst>
          </p:cNvPr>
          <p:cNvSpPr txBox="1"/>
          <p:nvPr/>
        </p:nvSpPr>
        <p:spPr>
          <a:xfrm flipH="1">
            <a:off x="3379622" y="5283339"/>
            <a:ext cx="2553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musicView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3066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F6C942A-5C7A-4333-FCD1-EF8982D9E254}"/>
              </a:ext>
            </a:extLst>
          </p:cNvPr>
          <p:cNvSpPr/>
          <p:nvPr/>
        </p:nvSpPr>
        <p:spPr>
          <a:xfrm>
            <a:off x="115353" y="679636"/>
            <a:ext cx="3809899" cy="457267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E19D2CA-B638-352F-7259-6BC1A6F3602C}"/>
              </a:ext>
            </a:extLst>
          </p:cNvPr>
          <p:cNvSpPr/>
          <p:nvPr/>
        </p:nvSpPr>
        <p:spPr>
          <a:xfrm>
            <a:off x="126986" y="679637"/>
            <a:ext cx="3800029" cy="23592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9038262-DF75-3840-1E8F-3FEB4D38E4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9717" y="718515"/>
            <a:ext cx="895535" cy="2359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1FD262D-F79E-EA24-8F68-9728E63DA277}"/>
              </a:ext>
            </a:extLst>
          </p:cNvPr>
          <p:cNvSpPr txBox="1"/>
          <p:nvPr/>
        </p:nvSpPr>
        <p:spPr>
          <a:xfrm flipH="1">
            <a:off x="126986" y="607680"/>
            <a:ext cx="2166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gameview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9FCB7CB-A5CA-67C9-6A07-3F4BAF5A55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162"/>
          <a:stretch>
            <a:fillRect/>
          </a:stretch>
        </p:blipFill>
        <p:spPr>
          <a:xfrm>
            <a:off x="402123" y="1666384"/>
            <a:ext cx="3373936" cy="2387035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A78FBF1C-B12A-4A67-6FAD-EAC044EB46E3}"/>
              </a:ext>
            </a:extLst>
          </p:cNvPr>
          <p:cNvSpPr/>
          <p:nvPr/>
        </p:nvSpPr>
        <p:spPr>
          <a:xfrm>
            <a:off x="4280718" y="679636"/>
            <a:ext cx="3809899" cy="457267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2B7BC93-C354-4BE8-A229-D1AAE1ED6D7E}"/>
              </a:ext>
            </a:extLst>
          </p:cNvPr>
          <p:cNvSpPr/>
          <p:nvPr/>
        </p:nvSpPr>
        <p:spPr>
          <a:xfrm>
            <a:off x="4292351" y="679637"/>
            <a:ext cx="3800029" cy="23592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FC0BD7D-B6F3-199C-F0FC-A781BFCC2A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6715" y="691555"/>
            <a:ext cx="895535" cy="23592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7DB5461-2CC1-4869-EDCC-D8ACC87E76D6}"/>
              </a:ext>
            </a:extLst>
          </p:cNvPr>
          <p:cNvSpPr txBox="1"/>
          <p:nvPr/>
        </p:nvSpPr>
        <p:spPr>
          <a:xfrm flipH="1">
            <a:off x="4292351" y="607680"/>
            <a:ext cx="2166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gameview</a:t>
            </a:r>
            <a:endParaRPr lang="ko-KR" altLang="en-US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E3F7F0EB-D693-B018-FADA-3E475F4D44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5397" y="1666384"/>
            <a:ext cx="3373936" cy="259918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DEE075C-80F3-F886-DF3B-D29D59E21F6D}"/>
              </a:ext>
            </a:extLst>
          </p:cNvPr>
          <p:cNvSpPr txBox="1"/>
          <p:nvPr/>
        </p:nvSpPr>
        <p:spPr>
          <a:xfrm>
            <a:off x="1302345" y="4168590"/>
            <a:ext cx="1435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테스트 시작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60AFC3-CF41-E1B6-EABF-D343EC0A4F3E}"/>
              </a:ext>
            </a:extLst>
          </p:cNvPr>
          <p:cNvSpPr txBox="1"/>
          <p:nvPr/>
        </p:nvSpPr>
        <p:spPr>
          <a:xfrm>
            <a:off x="1336331" y="4537923"/>
            <a:ext cx="1367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 </a:t>
            </a:r>
            <a:r>
              <a:rPr lang="ko-KR" altLang="en-US" dirty="0"/>
              <a:t>뒤로 가기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5B5E4B9-F262-0FF9-49E1-4C0CCE93773A}"/>
              </a:ext>
            </a:extLst>
          </p:cNvPr>
          <p:cNvSpPr/>
          <p:nvPr/>
        </p:nvSpPr>
        <p:spPr>
          <a:xfrm>
            <a:off x="7481085" y="1081413"/>
            <a:ext cx="508327" cy="4090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중지 </a:t>
            </a:r>
          </a:p>
        </p:txBody>
      </p:sp>
    </p:spTree>
    <p:extLst>
      <p:ext uri="{BB962C8B-B14F-4D97-AF65-F5344CB8AC3E}">
        <p14:creationId xmlns:p14="http://schemas.microsoft.com/office/powerpoint/2010/main" val="32907211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31</Words>
  <Application>Microsoft Office PowerPoint</Application>
  <PresentationFormat>와이드스크린</PresentationFormat>
  <Paragraphs>18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김준태</dc:creator>
  <cp:lastModifiedBy>김준태</cp:lastModifiedBy>
  <cp:revision>3</cp:revision>
  <dcterms:created xsi:type="dcterms:W3CDTF">2025-11-12T07:04:26Z</dcterms:created>
  <dcterms:modified xsi:type="dcterms:W3CDTF">2025-11-15T17:12:45Z</dcterms:modified>
</cp:coreProperties>
</file>