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34" autoAdjust="0"/>
    <p:restoredTop sz="94660"/>
  </p:normalViewPr>
  <p:slideViewPr>
    <p:cSldViewPr snapToGrid="0">
      <p:cViewPr varScale="1">
        <p:scale>
          <a:sx n="43" d="100"/>
          <a:sy n="43" d="100"/>
        </p:scale>
        <p:origin x="2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94B6A-7938-1E09-4D51-C475B1463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261F7EE-0792-6438-68CB-8C7CE2C92C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1C11FB-7809-D852-D7A2-776485B7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A17B3A-4850-4040-78B4-D724152FC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36A3C2-D4CA-EFA1-6D9E-183549691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3379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155908-AB99-90C4-21FD-B17542F7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F553D0-77F7-8CC8-710D-4533D8FDA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745DB2-8B8D-367F-9212-48E68D2AD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F3081-9800-316A-CEC0-6182160E9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6AFCDE-2EAE-70D1-6AEA-68008787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764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C06716-212A-3FE4-33F3-D19DA9C3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0FC56A-1320-FA4D-1428-20764A6B0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52C9E-C341-A899-A07D-6914E5DD3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22DC99-09AB-503F-8D95-9B2AFBAD6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B42A90-46A6-40AC-B830-1A5D5EA51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74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17EB0-C225-4BD8-4653-98A36A86B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009864-7D21-2698-2C2B-2F6444C147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69ADA1A-77CE-E9B9-D811-5B6293E7E9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65F7C0-AF3F-6F32-77C8-B35967CE0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D0C8CD-5337-FBEA-CCD3-0868AC205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7DF505-2346-E5AA-7FEE-D663074D0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9701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7117E4-6E7C-8034-247F-C1B23922F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0583E3-3B49-1926-15EC-54B063A6B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3B59C7-7517-C317-482F-9CFD7DE608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1297FB1-0A43-7109-818F-CD1C68346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0AB2930-E1AE-2066-03AA-8E0178564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846B486-124C-0881-E711-E862EF2A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536EFC-9AFC-8892-BD04-63C537C14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F8B6F8-3BC8-213D-1F8C-711D29F0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771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8F6B79-D8E2-CDBF-03E7-2CB453DF7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504EB09-6163-C608-FD46-8F89C7A30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D0B8F2-C1CE-DCAA-85EF-DBE6000A4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F16BD57-26C6-D7DF-E072-201C8C0D1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71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B769A-FE84-AD32-E4E5-E7B91D9F9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DD9BAF6-8CE4-4ADC-6D7B-19DC201B1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6FC20-6016-72DF-9D41-74439E20D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7577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694ED2-A771-F20F-FA20-CD4634FF6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C7D5FA-E4AB-AD7B-C2B0-BC47DF219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87D501-5BE6-5473-97D2-46BB93F4E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7F6326-3059-27B8-F6A5-82A01AF48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100A36-70FF-9BAD-0798-12ADE67ED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D8107A-9286-6B94-B6A6-D7A06118A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64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D5506-0029-35CF-26FA-A01C4E13E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C978134-FA96-0365-920B-8097782F24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A0E0C65-8659-4A16-CAB4-784CABEBA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0104E1-FECE-6B74-2F8B-6426B1007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69DDB-C9F4-4AE5-8873-30BFB47E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C74BF6-84AE-A9BB-3167-3A3FA5F88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612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26978D-392A-CAE7-600C-F4EB5F2A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4AC9D3A-B62D-EE67-7D34-2E1058715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AAD78E-D78D-CCED-165B-EC9405C7B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A0075-94E1-A084-0859-4DD6482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9E1E5-16CE-4D75-49E7-21C29B038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999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C5B4EA-1F22-414C-B796-F92E965FD2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FA37AE3-5145-AFB8-75F9-F3E7A60C80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7007BB-CC35-2A42-BC32-EE420A374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439AF-7D16-46B3-6B2F-0BF4B5C35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0E521-7944-CC21-1D78-8A7FFA5AF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511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97C0DEE-4BA3-F209-0868-A6EEBF9B9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40523B-1B73-2590-B6EA-F40186BFC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DFFE1E-50D8-B3CA-A750-F71B86CEB7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34330A-FFB8-440B-B937-C4FA73F9495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39A49-577C-D80A-88BE-FDB095CC80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CA01B3-8C04-9270-F3FB-3B5B37EE34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0F400-B25C-4D07-8F06-7ABA6BAA09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049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1287AF-356E-5D33-0896-DD8C423247C6}"/>
              </a:ext>
            </a:extLst>
          </p:cNvPr>
          <p:cNvSpPr/>
          <p:nvPr/>
        </p:nvSpPr>
        <p:spPr>
          <a:xfrm>
            <a:off x="3216997" y="915039"/>
            <a:ext cx="4490225" cy="52289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BB8504C-2BCA-CDD3-CD96-02E674BE4D1A}"/>
              </a:ext>
            </a:extLst>
          </p:cNvPr>
          <p:cNvSpPr/>
          <p:nvPr/>
        </p:nvSpPr>
        <p:spPr>
          <a:xfrm>
            <a:off x="3228631" y="915039"/>
            <a:ext cx="4478592" cy="26977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E16C56-857A-8895-D337-B9D8C4C52836}"/>
              </a:ext>
            </a:extLst>
          </p:cNvPr>
          <p:cNvSpPr txBox="1"/>
          <p:nvPr/>
        </p:nvSpPr>
        <p:spPr>
          <a:xfrm>
            <a:off x="5932627" y="217670"/>
            <a:ext cx="2871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창 내리기</a:t>
            </a:r>
            <a:r>
              <a:rPr lang="en-US" altLang="ko-KR" dirty="0"/>
              <a:t>, </a:t>
            </a:r>
            <a:r>
              <a:rPr lang="ko-KR" altLang="en-US" dirty="0"/>
              <a:t>종료만 활성화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A444B0E-5CCE-7DA5-DCBA-8845A344A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529" y="915039"/>
            <a:ext cx="1024061" cy="2697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4AE39E-0151-C5DF-0B51-2AF4825AB201}"/>
              </a:ext>
            </a:extLst>
          </p:cNvPr>
          <p:cNvSpPr txBox="1"/>
          <p:nvPr/>
        </p:nvSpPr>
        <p:spPr>
          <a:xfrm>
            <a:off x="4331161" y="1609344"/>
            <a:ext cx="3145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대충 사진이나 이름</a:t>
            </a:r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05823EE9-CDBF-CE36-34C0-97D3C516E379}"/>
              </a:ext>
            </a:extLst>
          </p:cNvPr>
          <p:cNvSpPr/>
          <p:nvPr/>
        </p:nvSpPr>
        <p:spPr>
          <a:xfrm>
            <a:off x="3889341" y="3063211"/>
            <a:ext cx="3145536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음감 테스트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578B42-4069-9CBD-0D30-C0794403A82D}"/>
              </a:ext>
            </a:extLst>
          </p:cNvPr>
          <p:cNvSpPr/>
          <p:nvPr/>
        </p:nvSpPr>
        <p:spPr>
          <a:xfrm>
            <a:off x="3889341" y="3623182"/>
            <a:ext cx="3145536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음감 랭킹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C749CD-CB34-5FCE-7658-A198E683A501}"/>
              </a:ext>
            </a:extLst>
          </p:cNvPr>
          <p:cNvSpPr/>
          <p:nvPr/>
        </p:nvSpPr>
        <p:spPr>
          <a:xfrm>
            <a:off x="3889341" y="4178446"/>
            <a:ext cx="3145536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연주하기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E43A400-635E-D80E-BA65-7541B7E0E09C}"/>
              </a:ext>
            </a:extLst>
          </p:cNvPr>
          <p:cNvSpPr/>
          <p:nvPr/>
        </p:nvSpPr>
        <p:spPr>
          <a:xfrm>
            <a:off x="3889341" y="4733710"/>
            <a:ext cx="3145536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음원 만들기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E4E8BA8-ECB0-FEC6-6CA8-60B69E2E5FA7}"/>
              </a:ext>
            </a:extLst>
          </p:cNvPr>
          <p:cNvSpPr/>
          <p:nvPr/>
        </p:nvSpPr>
        <p:spPr>
          <a:xfrm>
            <a:off x="3889341" y="5288974"/>
            <a:ext cx="3145536" cy="36933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음원 재생하기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FE8F44-3F4D-74A2-A540-C92B082EE355}"/>
              </a:ext>
            </a:extLst>
          </p:cNvPr>
          <p:cNvSpPr txBox="1"/>
          <p:nvPr/>
        </p:nvSpPr>
        <p:spPr>
          <a:xfrm flipH="1">
            <a:off x="3228631" y="843083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mainview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07C50F-4BF9-5E5C-F300-4095BB48DC8A}"/>
              </a:ext>
            </a:extLst>
          </p:cNvPr>
          <p:cNvSpPr txBox="1"/>
          <p:nvPr/>
        </p:nvSpPr>
        <p:spPr>
          <a:xfrm flipH="1">
            <a:off x="3333947" y="4143734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playView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66AEA2-F861-1206-6E8B-06EE023DC711}"/>
              </a:ext>
            </a:extLst>
          </p:cNvPr>
          <p:cNvSpPr txBox="1"/>
          <p:nvPr/>
        </p:nvSpPr>
        <p:spPr>
          <a:xfrm flipH="1">
            <a:off x="3333948" y="3605826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rankView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489FB5-7FF2-1346-BE02-54E5ED243AA2}"/>
              </a:ext>
            </a:extLst>
          </p:cNvPr>
          <p:cNvSpPr txBox="1"/>
          <p:nvPr/>
        </p:nvSpPr>
        <p:spPr>
          <a:xfrm flipH="1">
            <a:off x="3228630" y="3040871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gameView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BD8377-434D-FAF5-DBE0-A3B7764CD942}"/>
              </a:ext>
            </a:extLst>
          </p:cNvPr>
          <p:cNvSpPr txBox="1"/>
          <p:nvPr/>
        </p:nvSpPr>
        <p:spPr>
          <a:xfrm flipH="1">
            <a:off x="3379622" y="4755624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recodeView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016E5F-1BAF-26D8-89A7-12B84AABCADF}"/>
              </a:ext>
            </a:extLst>
          </p:cNvPr>
          <p:cNvSpPr txBox="1"/>
          <p:nvPr/>
        </p:nvSpPr>
        <p:spPr>
          <a:xfrm flipH="1">
            <a:off x="3379622" y="5283339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musicView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066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F6C942A-5C7A-4333-FCD1-EF8982D9E254}"/>
              </a:ext>
            </a:extLst>
          </p:cNvPr>
          <p:cNvSpPr/>
          <p:nvPr/>
        </p:nvSpPr>
        <p:spPr>
          <a:xfrm>
            <a:off x="3216998" y="915039"/>
            <a:ext cx="4490225" cy="52289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19D2CA-B638-352F-7259-6BC1A6F3602C}"/>
              </a:ext>
            </a:extLst>
          </p:cNvPr>
          <p:cNvSpPr/>
          <p:nvPr/>
        </p:nvSpPr>
        <p:spPr>
          <a:xfrm>
            <a:off x="3228631" y="915039"/>
            <a:ext cx="4478592" cy="26977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038262-DF75-3840-1E8F-3FEB4D38E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529" y="915039"/>
            <a:ext cx="1024061" cy="2697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1FD262D-F79E-EA24-8F68-9728E63DA277}"/>
              </a:ext>
            </a:extLst>
          </p:cNvPr>
          <p:cNvSpPr txBox="1"/>
          <p:nvPr/>
        </p:nvSpPr>
        <p:spPr>
          <a:xfrm flipH="1">
            <a:off x="3228631" y="843083"/>
            <a:ext cx="25530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gameview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9FCB7CB-A5CA-67C9-6A07-3F4BAF5A5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028" y="1891685"/>
            <a:ext cx="3858163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721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24</Words>
  <Application>Microsoft Office PowerPoint</Application>
  <PresentationFormat>와이드스크린</PresentationFormat>
  <Paragraphs>14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김준태</dc:creator>
  <cp:lastModifiedBy>김준태</cp:lastModifiedBy>
  <cp:revision>2</cp:revision>
  <dcterms:created xsi:type="dcterms:W3CDTF">2025-11-12T07:04:26Z</dcterms:created>
  <dcterms:modified xsi:type="dcterms:W3CDTF">2025-11-14T12:09:47Z</dcterms:modified>
</cp:coreProperties>
</file>